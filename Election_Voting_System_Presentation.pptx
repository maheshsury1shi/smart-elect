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SMART ELECTION VOTING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18CDC"/>
                </a:solidFill>
              </a:defRPr>
            </a:pPr>
            <a:r>
              <a:t>A Modern Solution for Secure &amp; Fair Elections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Why We Need This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Traditional voting has issues: long queues, human errors, and fraud risks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Need for a modern, secure, and transparent voting process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Digital voting with face recognition ensures one person = one vote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Real-time results and complete voter transparency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✓ Reduces administrative burden and increases trust in elections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🎯 A complete digital voting platform for elections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🔐 Secure registration using facial recognition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✅ Easy-to-use voting interface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📊 Real-time election results and analytics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👨‍💼 Admin dashboard for election management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⚡ Works offline and online seamlessly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Key Features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👤 Smart Registration: Facial recognition + personal details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🔒 Biometric Security: Face-based identification prevents fraud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💾 Secure Database: All voter data encrypted and protected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🎯 Single Vote Protection: System ensures one vote per person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📱 User-Friendly Interface: Simple to use for all age groups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Key Features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📊 Live Results Dashboard: See election results in real-time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👨‍💼 Admin Control: Full election management and monitoring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🔔 Instant Notifications: System alerts for important events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📈 Detailed Analytics: Understand voting patterns and trends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🌐 Multi-Language Support: Accessible to diverse voters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🎨 Frontend: React with TypeScript (modern, fast UI)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⚙️ Backend: Node.js &amp; Express (reliable, scalable server)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💾 Database: MongoDB (secure data storage)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🔑 Security: JWT tokens &amp; bcrypt encryption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👁️ Face Recognition: face-api.js (works in browser, no server needed)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📱 Responsive Design: Works on desktop, tablet, and mobile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📲 User accesses the web application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📝 User registers with face scan and personal details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🎯 On election day, voter logs in and verifies identity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🗳️ Selects preferred candidate from list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✅ Confirms choice and vote is recorded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📊 Admin sees real-time vote counts and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How Registration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1️⃣: Fill in personal information (name, Aadhaar, etc.)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2️⃣: Allow camera access for face capture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3️⃣: System records facial features for later verification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4️⃣: Review all details and confirm registration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5️⃣: Get confirmation &amp; unique voter token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🔒 Data is securely stored and encrypted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How Voting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1️⃣: Log in with email and password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2️⃣: System verifies face matches registration record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3️⃣: View all candidates with their information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4️⃣: Select your preferred candidate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Step 5️⃣: Review and confirm your vote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✅ Vote is immediately locked and counted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Security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🔐 Password Encryption: Passwords are hashed with bcrypt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👤 Face Recognition: Biometric verification prevents impersonation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🔑 JWT Tokens: Secure session management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📍 Role-Based Access: Admin and voter different permissions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🚫 Fraud Prevention: One vote per person strictly enforced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🔒 Data Protection: All sensitive data is encrypted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📊 Election Statistics: Total votes, voters, candidates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👥 Voter Management: View all registered voters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🎯 Candidate Management: Add, edit, or remove candidates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📈 Live Vote Tracking: See votes as they come in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📋 Voter List: Download reports and analytics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⚙️ System Settings: Configure election 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Results &amp; Winner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📊 Real-Time Dashboard: Live vote counting display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🥇 Winner Announcement: Automatic winner calculation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📈 Detailed Reports: Votes by candidate, pie charts, trends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🔍 Transparency: Any voter can verify their vote was counted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📁 Export Reports: Download results as PDF/CSV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🎉 Celebration Mode: Special display for winner announcement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D55"/>
          </a:solidFill>
          <a:ln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What's Next? (Future Plans)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🌐 Blockchain Integration: For added transparency &amp; security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📱 Mobile App: Native apps for iOS and Android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🌍 Multi-Regional: Support elections in multiple locations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📧 Email/SMS: Send voting reminders to voters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🎥 Live Streaming: Broadcast election results live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🔊 Audio Support: Voice-based voting for accessibility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LET'S BUILD THE FUTURE OF VOTING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18CDC"/>
                </a:solidFill>
              </a:defRPr>
            </a:pPr>
            <a:r>
              <a:t>Together, we can make elections secure, fair, and transparent!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